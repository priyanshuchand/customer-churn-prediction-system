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A97C3-53A3-4C6A-9751-4CFD6F676A1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D5CB6-ED6C-42B2-87ED-C5F815840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39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6000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📊</a:t>
            </a:r>
            <a:r>
              <a:rPr lang="en-IN" dirty="0"/>
              <a:t> Chandigarh University | Major MCA Project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2E9FA9-CB1B-64F2-B6C4-F80B8976D7ED}"/>
              </a:ext>
            </a:extLst>
          </p:cNvPr>
          <p:cNvSpPr/>
          <p:nvPr/>
        </p:nvSpPr>
        <p:spPr>
          <a:xfrm>
            <a:off x="98628" y="731521"/>
            <a:ext cx="12191695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Customer Churn Prediction System </a:t>
            </a:r>
          </a:p>
          <a:p>
            <a:pPr algn="ctr"/>
            <a:r>
              <a:rPr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Using Predictive Analytics and </a:t>
            </a:r>
            <a:endParaRPr lang="en-IN" sz="5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r>
              <a:rPr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Machine Learning</a:t>
            </a:r>
            <a:endParaRPr lang="en-IN" sz="5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A240E1-DA2F-DB4B-BD0E-81BE6582306A}"/>
              </a:ext>
            </a:extLst>
          </p:cNvPr>
          <p:cNvSpPr/>
          <p:nvPr/>
        </p:nvSpPr>
        <p:spPr>
          <a:xfrm rot="10800000" flipV="1">
            <a:off x="3594771" y="4585745"/>
            <a:ext cx="582453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Priyanshu Chand</a:t>
            </a:r>
            <a:endParaRPr 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C4FBE5-2461-BB82-3E3C-6609F5C59C84}"/>
              </a:ext>
            </a:extLst>
          </p:cNvPr>
          <p:cNvSpPr/>
          <p:nvPr/>
        </p:nvSpPr>
        <p:spPr>
          <a:xfrm>
            <a:off x="6003634" y="2551837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3E07DC-2A9F-C14D-D1F6-4624A86C3814}"/>
              </a:ext>
            </a:extLst>
          </p:cNvPr>
          <p:cNvSpPr/>
          <p:nvPr/>
        </p:nvSpPr>
        <p:spPr>
          <a:xfrm>
            <a:off x="5761701" y="3316842"/>
            <a:ext cx="14551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591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2096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📋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742" y="1612490"/>
            <a:ext cx="64794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Problem Statement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Objectives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Dataset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Methodology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Models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Dashboard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Results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2314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❗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005781"/>
            <a:ext cx="6228052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Customer churn reduces revenue.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Businesses need early churn prediction.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ML helps identify at-risk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786581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0054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🎯 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320" y="1554480"/>
            <a:ext cx="4932248" cy="26108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50"/>
                </a:solidFill>
              </a:rPr>
              <a:t>• Analyze churn patterns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50"/>
                </a:solidFill>
              </a:rPr>
              <a:t>• Build predictive models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50"/>
                </a:solidFill>
              </a:rPr>
              <a:t>• Compare ML algorithms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50"/>
                </a:solidFill>
              </a:rPr>
              <a:t>• Develop a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35742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2413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🗂️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4734" y="1759974"/>
            <a:ext cx="5948518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92D050"/>
                </a:solidFill>
              </a:rPr>
              <a:t>IBM Telco Customer Churn Dataset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sz="2800" dirty="0">
                <a:solidFill>
                  <a:srgbClr val="FF0000"/>
                </a:solidFill>
              </a:rPr>
              <a:t>7043 customers</a:t>
            </a:r>
          </a:p>
          <a:p>
            <a:pPr>
              <a:defRPr sz="2200"/>
            </a:pPr>
            <a:r>
              <a:rPr sz="2800" dirty="0">
                <a:solidFill>
                  <a:srgbClr val="FF0000"/>
                </a:solidFill>
              </a:rPr>
              <a:t>19 input features</a:t>
            </a:r>
          </a:p>
          <a:p>
            <a:pPr>
              <a:defRPr sz="2200"/>
            </a:pPr>
            <a:r>
              <a:rPr sz="2800" dirty="0">
                <a:solidFill>
                  <a:srgbClr val="FF0000"/>
                </a:solidFill>
              </a:rPr>
              <a:t>Target: Churn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796413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38763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🛠️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74231" cy="51961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Python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Pandas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NumPy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Matplotlib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Seaborn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Scikit-Learn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Streamlit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FF0000"/>
                </a:solidFill>
              </a:rPr>
              <a:t>Joblib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⚙️ 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865" y="1140542"/>
            <a:ext cx="821695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Data Collection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Cleaning &amp; Preprocessing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EDA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Feature Engineering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Model Training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Evaluation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dirty="0">
                <a:solidFill>
                  <a:srgbClr val="00B050"/>
                </a:solidFill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1985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🧹 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4065" y="1779639"/>
            <a:ext cx="625331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F0"/>
                </a:solidFill>
              </a:rPr>
              <a:t>• Missing value handling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F0"/>
                </a:solidFill>
              </a:rPr>
              <a:t>• Label Encoding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F0"/>
                </a:solidFill>
              </a:rPr>
              <a:t>• Standard Scaling (Numerical Features)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00B0F0"/>
                </a:solidFill>
              </a:rPr>
              <a:t>• Train-Test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5574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2902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📈 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3560" y="1828800"/>
            <a:ext cx="66259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Churn Distribution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Contract vs Churn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Payment Method vs Churn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• Correlation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5574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3222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🤖  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2722" y="2172928"/>
            <a:ext cx="6576797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4"/>
                </a:solidFill>
              </a:rPr>
              <a:t>• Logistic Regression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4"/>
                </a:solidFill>
              </a:rPr>
              <a:t>• Decision Tree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4"/>
                </a:solidFill>
              </a:rPr>
              <a:t>•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5574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39276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🏆 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210" y="1554480"/>
            <a:ext cx="5386411" cy="301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800" b="1" dirty="0">
                <a:solidFill>
                  <a:srgbClr val="FF0000"/>
                </a:solidFill>
              </a:rPr>
              <a:t>Accuracy Comparison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Logistic Regression : 80.34%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Random Forest : 79.49%</a:t>
            </a: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Decision Tree : 78.50%</a:t>
            </a:r>
          </a:p>
          <a:p>
            <a:pPr>
              <a:defRPr sz="2200"/>
            </a:pPr>
            <a:endParaRPr sz="2800" dirty="0">
              <a:solidFill>
                <a:srgbClr val="00B050"/>
              </a:solidFill>
            </a:endParaRPr>
          </a:p>
          <a:p>
            <a:pPr>
              <a:defRPr sz="2200"/>
            </a:pPr>
            <a:r>
              <a:rPr sz="2800" dirty="0">
                <a:solidFill>
                  <a:srgbClr val="00B050"/>
                </a:solidFill>
              </a:rPr>
              <a:t>Selected Model: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6748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4374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💻 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6488" y="1793349"/>
            <a:ext cx="2455159" cy="3662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Pages: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• Home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• Data Analysis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• Predict Churn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• About Project</a:t>
            </a:r>
          </a:p>
          <a:p>
            <a:pPr>
              <a:defRPr sz="22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5574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39982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🔮 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6658" y="1737360"/>
            <a:ext cx="549178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User enters customer details</a:t>
            </a:r>
          </a:p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Data preprocessing</a:t>
            </a:r>
          </a:p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Model prediction</a:t>
            </a:r>
          </a:p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↓</a:t>
            </a:r>
          </a:p>
          <a:p>
            <a:pPr algn="ctr">
              <a:defRPr sz="2200"/>
            </a:pPr>
            <a:r>
              <a:rPr sz="2800" dirty="0">
                <a:solidFill>
                  <a:srgbClr val="00B050"/>
                </a:solidFill>
              </a:rPr>
              <a:t>Probability &amp;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6916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1515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✅  Results</a:t>
            </a:r>
          </a:p>
        </p:txBody>
      </p:sp>
      <p:sp>
        <p:nvSpPr>
          <p:cNvPr id="4" name="TextBox 3"/>
          <p:cNvSpPr txBox="1"/>
          <p:nvPr/>
        </p:nvSpPr>
        <p:spPr>
          <a:xfrm rot="10800000" flipV="1">
            <a:off x="1288026" y="1963468"/>
            <a:ext cx="468015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7030A0"/>
                </a:solidFill>
              </a:rPr>
              <a:t>• Working prediction system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7030A0"/>
                </a:solidFill>
              </a:rPr>
              <a:t>• Interactive dashboard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7030A0"/>
                </a:solidFill>
              </a:rPr>
              <a:t>• Business recommendations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rgbClr val="7030A0"/>
                </a:solidFill>
              </a:rPr>
              <a:t>• Export prediction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5574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31468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🚀 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052" y="1818968"/>
            <a:ext cx="436552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•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XGBoost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• Deep Learning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• Cloud Deployment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• Real-time Database</a:t>
            </a:r>
          </a:p>
          <a:p>
            <a:pPr>
              <a:lnSpc>
                <a:spcPct val="150000"/>
              </a:lnSpc>
              <a:defRPr sz="22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• Batch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7799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dirty="0"/>
              <a:t>🙏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971233" cy="37548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defRPr sz="2200"/>
            </a:pPr>
            <a:r>
              <a:rPr sz="2800" dirty="0">
                <a:solidFill>
                  <a:srgbClr val="002060"/>
                </a:solidFill>
              </a:rPr>
              <a:t>• Project objectives achieved</a:t>
            </a:r>
          </a:p>
          <a:p>
            <a:pPr>
              <a:lnSpc>
                <a:spcPct val="200000"/>
              </a:lnSpc>
              <a:defRPr sz="2200"/>
            </a:pPr>
            <a:r>
              <a:rPr sz="2800" dirty="0">
                <a:solidFill>
                  <a:srgbClr val="002060"/>
                </a:solidFill>
              </a:rPr>
              <a:t>• Accurate ML prediction system</a:t>
            </a:r>
          </a:p>
          <a:p>
            <a:pPr>
              <a:lnSpc>
                <a:spcPct val="200000"/>
              </a:lnSpc>
              <a:defRPr sz="2200"/>
            </a:pPr>
            <a:r>
              <a:rPr sz="2800" dirty="0">
                <a:solidFill>
                  <a:srgbClr val="002060"/>
                </a:solidFill>
              </a:rPr>
              <a:t>• User-friendly dashboard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sz="4800" dirty="0">
                <a:solidFill>
                  <a:srgbClr val="FF0000"/>
                </a:solidFill>
              </a:rPr>
              <a:t>Thank You</a:t>
            </a:r>
            <a:r>
              <a:rPr lang="en-IN" sz="4800" dirty="0">
                <a:solidFill>
                  <a:srgbClr val="FF0000"/>
                </a:solidFill>
              </a:rPr>
              <a:t>!</a:t>
            </a:r>
            <a:endParaRPr sz="4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Priyanshu Chand | MCA Major Project | Chandigarh University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467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Priyanshu chand</cp:lastModifiedBy>
  <cp:revision>3</cp:revision>
  <dcterms:created xsi:type="dcterms:W3CDTF">2013-01-27T09:14:16Z</dcterms:created>
  <dcterms:modified xsi:type="dcterms:W3CDTF">2026-07-10T15:01:36Z</dcterms:modified>
  <cp:category/>
</cp:coreProperties>
</file>